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Online Hall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Mini Project – PBCST304: Object-Oriented Programming</a:t>
            </a:r>
            <a:br/>
            <a:r>
              <a:t>Review 1</a:t>
            </a:r>
            <a:br/>
            <a:r>
              <a:t>Team Members:</a:t>
            </a:r>
            <a:br/>
            <a:r>
              <a:t>1. MISHAL SHAHIL</a:t>
            </a:r>
            <a:br/>
            <a:r>
              <a:t>2. MUHAMMED ZAEEM P.A</a:t>
            </a:r>
            <a:br/>
            <a:r>
              <a:t>3. NAJWA A</a:t>
            </a:r>
            <a:br/>
            <a:r>
              <a:t>4. SHAHMA SHERIFF</a:t>
            </a:r>
            <a:br/>
            <a:r>
              <a:t>5. PRANAB B MURALI</a:t>
            </a:r>
            <a:br/>
            <a:br/>
            <a:r>
              <a:t>Guide: Mrs. Shana Musthafa APV, Assistant Professor</a:t>
            </a:r>
            <a:br/>
            <a:r>
              <a:t>Department / College: AI&amp;ML, CET Payyanur</a:t>
            </a:r>
            <a:br/>
            <a:r>
              <a:t>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Traditional hall booking is often managed manually through registers, calls, or messages.</a:t>
            </a:r>
            <a:br/>
            <a:r>
              <a:t>This can cause double bookings, scheduling conflicts, and difficulty in tracking availability.</a:t>
            </a:r>
            <a:br/>
            <a:r>
              <a:t>Users may not get real-time information about available halls and time slots.</a:t>
            </a:r>
            <a:br/>
            <a:r>
              <a:t>A computerized online system is needed to make hall booking faster, easier, and more reliable.</a:t>
            </a:r>
            <a:br/>
            <a:r>
              <a:t>The project demonstrates the application of OOP concepts to a real-world booking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Develop a simple Online Hall Booking System using OOP.</a:t>
            </a:r>
            <a:br/>
            <a:r>
              <a:t>Allow users to view available halls and time slots.</a:t>
            </a:r>
            <a:br/>
            <a:r>
              <a:t>Enable users to book, update, and cancel hall reservations.</a:t>
            </a:r>
            <a:br/>
            <a:r>
              <a:t>Avoid duplicate bookings and scheduling conflicts.</a:t>
            </a:r>
            <a:br/>
            <a:r>
              <a:t>Provide administrators with tools to manage halls and bookings.</a:t>
            </a:r>
            <a:br/>
            <a:r>
              <a:t>Demonstrate Classes &amp; Objects, Encapsulation, Inheritance, Polymorphism, and Abstraction.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Scope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User registration and login.</a:t>
            </a:r>
            <a:br/>
            <a:r>
              <a:t>View hall details, capacity, facilities, and availability.</a:t>
            </a:r>
            <a:br/>
            <a:r>
              <a:t>Search halls by date, time, capacity, or type.</a:t>
            </a:r>
            <a:br/>
            <a:r>
              <a:t>Create, update, and cancel bookings.</a:t>
            </a:r>
            <a:br/>
            <a:r>
              <a:t>Admin management of halls, users, and reservations.</a:t>
            </a:r>
            <a:br/>
            <a:r>
              <a:t>Generate basic booking and availability reports.</a:t>
            </a:r>
            <a:br/>
            <a:r>
              <a:t>Suitable for college/class-level halls and small institutions.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Software &amp; Hardware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5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/>
            </a:pPr>
            <a:r>
              <a:t>SOFTWARE</a:t>
            </a:r>
            <a:br/>
            <a:r>
              <a:t>• OS: Windows / Linux</a:t>
            </a:r>
            <a:br/>
            <a:r>
              <a:t>• Language: Java</a:t>
            </a:r>
            <a:br/>
            <a:r>
              <a:t>• IDE: IntelliJ / Eclipse / VS Code / NetBeans</a:t>
            </a:r>
            <a:br/>
            <a:r>
              <a:t>• Database: MySQL / SQLite (if used)</a:t>
            </a:r>
            <a:br/>
            <a:br/>
            <a:r>
              <a:t>HARDWARE</a:t>
            </a:r>
            <a:br/>
            <a:r>
              <a:t>• Intel i3 or equivalent processor</a:t>
            </a:r>
            <a:br/>
            <a:r>
              <a:t>• 4 GB RAM or above</a:t>
            </a:r>
            <a:br/>
            <a:r>
              <a:t>• 10 GB free storage</a:t>
            </a:r>
            <a:br/>
            <a:r>
              <a:t>• Keyboard, mouse and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Modules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/>
            </a:pPr>
            <a:r>
              <a:t>1. User Module – Register, login, and manage user details.</a:t>
            </a:r>
            <a:br/>
            <a:r>
              <a:t>2. Hall Module – Add, view, update, and delete hall information.</a:t>
            </a:r>
            <a:br/>
            <a:r>
              <a:t>3. Availability Module – Check halls and available time slots.</a:t>
            </a:r>
            <a:br/>
            <a:r>
              <a:t>4. Booking Module – Create, update, and cancel reservations.</a:t>
            </a:r>
            <a:br/>
            <a:r>
              <a:t>5. Admin Module – Manage users, halls, and bookings.</a:t>
            </a:r>
            <a:br/>
            <a:r>
              <a:t>6. Report Module – Display booking and availability summaries.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OOP Concepts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Class – User, Hall, Booking, HallManager, etc.</a:t>
            </a:r>
            <a:br/>
            <a:r>
              <a:t>Object – Individual users, halls, and booking objects.</a:t>
            </a:r>
            <a:br/>
            <a:r>
              <a:t>Encapsulation – Keep data private and access it through methods.</a:t>
            </a:r>
            <a:br/>
            <a:r>
              <a:t>Inheritance – Specialized user or hall classes can inherit common properties.</a:t>
            </a:r>
            <a:br/>
            <a:r>
              <a:t>Polymorphism – The same method can behave differently for different objects.</a:t>
            </a:r>
            <a:br/>
            <a:r>
              <a:t>Abstraction – Hide unnecessary implementation details from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UML – 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Actors: User, Admin</a:t>
            </a:r>
            <a:br/>
            <a:br/>
            <a:r>
              <a:t>User Use Cases:</a:t>
            </a:r>
            <a:br/>
            <a:r>
              <a:t>• Register / Login</a:t>
            </a:r>
            <a:br/>
            <a:r>
              <a:t>• View Halls</a:t>
            </a:r>
            <a:br/>
            <a:r>
              <a:t>• Search Hall</a:t>
            </a:r>
            <a:br/>
            <a:r>
              <a:t>• Check Availability</a:t>
            </a:r>
            <a:br/>
            <a:r>
              <a:t>• Book Hall</a:t>
            </a:r>
            <a:br/>
            <a:r>
              <a:t>• View Booking</a:t>
            </a:r>
            <a:br/>
            <a:r>
              <a:t>• Update Booking</a:t>
            </a:r>
            <a:br/>
            <a:r>
              <a:t>• Cancel Booking</a:t>
            </a:r>
            <a:br/>
            <a:r>
              <a:t>• Logout</a:t>
            </a:r>
            <a:br/>
            <a:br/>
            <a:r>
              <a:t>Admin Use Cases:</a:t>
            </a:r>
            <a:br/>
            <a:r>
              <a:t>• Login</a:t>
            </a:r>
            <a:br/>
            <a:r>
              <a:t>• Manage Users</a:t>
            </a:r>
            <a:br/>
            <a:r>
              <a:t>• Manage Halls</a:t>
            </a:r>
            <a:br/>
            <a:r>
              <a:t>• Manage Bookings</a:t>
            </a:r>
            <a:br/>
            <a:r>
              <a:t>• Generate Reports</a:t>
            </a:r>
            <a:br/>
            <a:r>
              <a:t>• Logout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UML – Class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5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Suggested classes:</a:t>
            </a:r>
            <a:br/>
            <a:br/>
            <a:r>
              <a:t>User</a:t>
            </a:r>
            <a:br/>
            <a:r>
              <a:t>• userId</a:t>
            </a:r>
            <a:br/>
            <a:r>
              <a:t>• name</a:t>
            </a:r>
            <a:br/>
            <a:r>
              <a:t>• email</a:t>
            </a:r>
            <a:br/>
            <a:r>
              <a:t>• phone</a:t>
            </a:r>
            <a:br/>
            <a:r>
              <a:t>Methods: register(), login(), viewBooking()</a:t>
            </a:r>
            <a:br/>
            <a:br/>
            <a:r>
              <a:t>Hall</a:t>
            </a:r>
            <a:br/>
            <a:r>
              <a:t>• hallId</a:t>
            </a:r>
            <a:br/>
            <a:r>
              <a:t>• hallName</a:t>
            </a:r>
            <a:br/>
            <a:r>
              <a:t>• capacity</a:t>
            </a:r>
            <a:br/>
            <a:r>
              <a:t>• location</a:t>
            </a:r>
            <a:br/>
            <a:r>
              <a:t>• facilities</a:t>
            </a:r>
            <a:br/>
            <a:r>
              <a:t>Methods: addHall(), updateHall(), checkAvailability()</a:t>
            </a:r>
            <a:br/>
            <a:br/>
            <a:r>
              <a:t>Booking</a:t>
            </a:r>
            <a:br/>
            <a:r>
              <a:t>• bookingId</a:t>
            </a:r>
            <a:br/>
            <a:r>
              <a:t>• userId</a:t>
            </a:r>
            <a:br/>
            <a:r>
              <a:t>• hallId</a:t>
            </a:r>
            <a:br/>
            <a:r>
              <a:t>• date</a:t>
            </a:r>
            <a:br/>
            <a:r>
              <a:t>• timeSlot</a:t>
            </a:r>
            <a:br/>
            <a:r>
              <a:t>Methods: createBooking(), updateBooking(), cancelBooking()</a:t>
            </a:r>
            <a:br/>
            <a:br/>
            <a:r>
              <a:t>Other classes: HallManager,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03820" y="1346834"/>
            <a:ext cx="4335780" cy="52365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Hall</a:t>
            </a:r>
            <a:br/>
            <a:r>
              <a:t>────────────</a:t>
            </a:r>
            <a:br/>
            <a:r>
              <a:t>- hallId : int</a:t>
            </a:r>
            <a:br/>
            <a:r>
              <a:t>- hallName : String</a:t>
            </a:r>
            <a:br/>
            <a:r>
              <a:t>- capacity : int</a:t>
            </a:r>
            <a:br/>
            <a:r>
              <a:t>- location : String</a:t>
            </a:r>
            <a:br/>
            <a:r>
              <a:t>- facilities : String</a:t>
            </a:r>
            <a:br/>
            <a:r>
              <a:t>────────────</a:t>
            </a:r>
            <a:br/>
            <a:r>
              <a:t>+ addHall()</a:t>
            </a:r>
            <a:br/>
            <a:r>
              <a:t>+ updateHall()</a:t>
            </a:r>
            <a:br/>
            <a:r>
              <a:t>+ checkAvailability()</a:t>
            </a:r>
            <a:br/>
            <a:r>
              <a:t>+ deleteHall()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UML – Activity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Start → Login / Register → Display Menu</a:t>
            </a:r>
            <a:br/>
            <a:r>
              <a:t>↓</a:t>
            </a:r>
            <a:br/>
            <a:r>
              <a:t>Search Hall / Check Availability</a:t>
            </a:r>
            <a:br/>
            <a:r>
              <a:t>↓</a:t>
            </a:r>
            <a:br/>
            <a:r>
              <a:t>Select Hall → Select Date &amp; Time</a:t>
            </a:r>
            <a:br/>
            <a:r>
              <a:t>↓</a:t>
            </a:r>
            <a:br/>
            <a:r>
              <a:t>Validate Availability</a:t>
            </a:r>
            <a:br/>
            <a:r>
              <a:t>↓</a:t>
            </a:r>
            <a:br/>
            <a:r>
              <a:t>Available? → Yes → Confirm Booking → Store Booking</a:t>
            </a:r>
            <a:br/>
            <a:r>
              <a:t>          → No  → Choose Another Slot</a:t>
            </a:r>
            <a:br/>
            <a:r>
              <a:t>↓</a:t>
            </a:r>
            <a:br/>
            <a:r>
              <a:t>Display Booking Confirmation</a:t>
            </a:r>
            <a:br/>
            <a:r>
              <a:t>↓</a:t>
            </a:r>
            <a:br/>
            <a:r>
              <a:t>View / Update / Cancel Booking</a:t>
            </a:r>
            <a:br/>
            <a:r>
              <a:t>↓</a:t>
            </a:r>
            <a:br/>
            <a:r>
              <a:t>Logout → 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UML Class Diagram – Complete Class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10" y="1304924"/>
            <a:ext cx="1954530" cy="31984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/>
            </a:pPr>
            <a:r>
              <a:t>User</a:t>
            </a:r>
            <a:br/>
            <a:r>
              <a:t>────────────</a:t>
            </a:r>
            <a:br/>
            <a:r>
              <a:t>- userId : int</a:t>
            </a:r>
            <a:br/>
            <a:r>
              <a:t>- name : String</a:t>
            </a:r>
            <a:br/>
            <a:r>
              <a:t>- email : String</a:t>
            </a:r>
            <a:br/>
            <a:r>
              <a:t>- phone : String</a:t>
            </a:r>
            <a:br/>
            <a:r>
              <a:t>────────────</a:t>
            </a:r>
            <a:br/>
            <a:r>
              <a:t>+ register()</a:t>
            </a:r>
            <a:br/>
            <a:r>
              <a:t>+ login()</a:t>
            </a:r>
            <a:br/>
            <a:r>
              <a:t>+ viewBooking()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94610" y="1600200"/>
            <a:ext cx="2468880" cy="2834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/>
            </a:pPr>
            <a:r>
              <a:t>Hall</a:t>
            </a:r>
            <a:br/>
            <a:r>
              <a:t>────────────</a:t>
            </a:r>
            <a:br/>
            <a:r>
              <a:t>- hallId : int</a:t>
            </a:r>
            <a:br/>
            <a:r>
              <a:t>- hallName : String</a:t>
            </a:r>
            <a:br/>
            <a:r>
              <a:t>- capacity : int</a:t>
            </a:r>
            <a:br/>
            <a:r>
              <a:t>- location : String</a:t>
            </a:r>
            <a:br/>
            <a:r>
              <a:t>────────────</a:t>
            </a:r>
            <a:br/>
            <a:r>
              <a:t>+ addHall()</a:t>
            </a:r>
            <a:br/>
            <a:r>
              <a:t>+ updateHall()</a:t>
            </a:r>
            <a:br/>
            <a:r>
              <a:t>+ checkAvailability()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449704"/>
            <a:ext cx="2743200" cy="3383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/>
            </a:pPr>
            <a:r>
              <a:t>Booking</a:t>
            </a:r>
            <a:br/>
            <a:r>
              <a:t>────────────</a:t>
            </a:r>
            <a:br/>
            <a:r>
              <a:t>- bookingId : int</a:t>
            </a:r>
            <a:br/>
            <a:r>
              <a:t>- userId : int</a:t>
            </a:r>
            <a:br/>
            <a:r>
              <a:t>- hallId : int</a:t>
            </a:r>
            <a:br/>
            <a:r>
              <a:t>- date : String</a:t>
            </a:r>
            <a:br/>
            <a:r>
              <a:t>- timeSlot : String</a:t>
            </a:r>
            <a:br/>
            <a:r>
              <a:t>────────────</a:t>
            </a:r>
            <a:br/>
            <a:r>
              <a:t>+ createBooking()</a:t>
            </a:r>
            <a:br/>
            <a:r>
              <a:t>+ updateBooking()</a:t>
            </a:r>
            <a:br/>
            <a:r>
              <a:t>+ cancelBooking()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9829800" y="1325880"/>
            <a:ext cx="1828800" cy="2834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/>
            </a:pPr>
            <a:r>
              <a:t>Report</a:t>
            </a:r>
            <a:br/>
            <a:r>
              <a:t>────────────</a:t>
            </a:r>
            <a:br/>
            <a:r>
              <a:t>- reportId : int</a:t>
            </a:r>
            <a:br/>
            <a:r>
              <a:t>- bookingId : int</a:t>
            </a:r>
            <a:br/>
            <a:r>
              <a:t>────────────</a:t>
            </a:r>
            <a:br/>
            <a:r>
              <a:t>+ generate()</a:t>
            </a:r>
            <a:br/>
            <a:r>
              <a:t>+ display()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34540" y="2665095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4540" y="2351410"/>
            <a:ext cx="4229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/>
            </a:pPr>
            <a:r>
              <a:t>makes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5063490" y="2752725"/>
            <a:ext cx="1032510" cy="988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98695" y="2399363"/>
            <a:ext cx="12363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/>
            </a:pPr>
            <a:r>
              <a:t>books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 flipV="1">
            <a:off x="8837295" y="2743201"/>
            <a:ext cx="992505" cy="19406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37295" y="2256889"/>
            <a:ext cx="9067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/>
            </a:pPr>
            <a:r>
              <a:t>generates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78992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Relationships:</a:t>
            </a:r>
            <a:br/>
            <a:r>
              <a:t>User 1 ─── makes ─── 0..* Bookings</a:t>
            </a:r>
            <a:br/>
            <a:r>
              <a:t>Hall 1 ─── has ─── 0..* Bookings</a:t>
            </a:r>
            <a:br/>
            <a:r>
              <a:t>Booking ─── generates ─── Report</a:t>
            </a:r>
            <a:br/>
            <a:br/>
            <a:r>
              <a:t>The diagram connects the major classes used in the proposed Online Hall Booking System.</a:t>
            </a:r>
            <a:br/>
            <a:r>
              <a:t>User creates bookings, each booking is linked to one hall, and reports summarize booking information.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User-friendly online booking interface.</a:t>
            </a:r>
            <a:br/>
            <a:r>
              <a:t>Successful user registration and login.</a:t>
            </a:r>
            <a:br/>
            <a:r>
              <a:t>Display of hall details and real-time availability.</a:t>
            </a:r>
            <a:br/>
            <a:r>
              <a:t>Successful hall booking without duplicate reservations.</a:t>
            </a:r>
            <a:br/>
            <a:r>
              <a:t>Booking confirmation with hall, date, and time.</a:t>
            </a:r>
            <a:br/>
            <a:r>
              <a:t>Easy update and cancellation of bookings.</a:t>
            </a:r>
            <a:br/>
            <a:r>
              <a:t>Admin view for managing halls and reservations.</a:t>
            </a:r>
            <a:br/>
            <a:r>
              <a:t>Basic booking and availability reports.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Online payment integration.</a:t>
            </a:r>
            <a:br/>
            <a:r>
              <a:t>Email/SMS booking confirmations and reminders.</a:t>
            </a:r>
            <a:br/>
            <a:r>
              <a:t>QR-code based booking confirmation.</a:t>
            </a:r>
            <a:br/>
            <a:r>
              <a:t>Role-based authentication and access control.</a:t>
            </a:r>
            <a:br/>
            <a:r>
              <a:t>Calendar integration and automated conflict detection.</a:t>
            </a:r>
            <a:br/>
            <a:r>
              <a:t>Cloud database and backup.</a:t>
            </a:r>
            <a:br/>
            <a:r>
              <a:t>Web and mobile application.</a:t>
            </a:r>
            <a:br/>
            <a:r>
              <a:t>Analytics for hall utilization and booking trends.</a:t>
            </a:r>
            <a:br/>
            <a:r>
              <a:t>Integration with college ERP or campus management systems.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Herbert Schildt, Java: The Complete Reference.</a:t>
            </a:r>
            <a:br/>
            <a:r>
              <a:t>E. Balagurusamy, Programming with Java.</a:t>
            </a:r>
            <a:br/>
            <a:r>
              <a:t>Oracle Java Documentation.</a:t>
            </a:r>
            <a:br/>
            <a:r>
              <a:t>UML reference/documentation materials.</a:t>
            </a:r>
            <a:br/>
            <a:r>
              <a:t>MySQL Documentation (if MySQL is used).</a:t>
            </a:r>
            <a:br/>
            <a:r>
              <a:t>IEEE/research papers referred by the project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876</Words>
  <Application>Microsoft Office PowerPoint</Application>
  <PresentationFormat>Widescreen</PresentationFormat>
  <Paragraphs>179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Anoop</cp:lastModifiedBy>
  <cp:revision>3</cp:revision>
  <dcterms:created xsi:type="dcterms:W3CDTF">2013-01-27T09:14:16Z</dcterms:created>
  <dcterms:modified xsi:type="dcterms:W3CDTF">2026-08-24T04:22:02Z</dcterms:modified>
  <cp:category/>
</cp:coreProperties>
</file>